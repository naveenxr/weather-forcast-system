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3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Interactive Weather Forecasting Application  |  Summer Internship, Astonish InfoTech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/>
          <p:nvPr/>
        </p:nvSpPr>
        <p:spPr>
          <a:xfrm>
            <a:off x="6309360" y="0"/>
            <a:ext cx="2834700" cy="51435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309360" y="0"/>
            <a:ext cx="109800" cy="51435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640080" y="5486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SUMMER INTERNSHIP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640080" y="1005840"/>
            <a:ext cx="5394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Interactive Weather Information &amp; Forecasting Application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640080" y="2788920"/>
            <a:ext cx="539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using RESTful APIs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640080" y="3474720"/>
            <a:ext cx="5486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 Naveen ,  R.Suganthan ,  V Mohan Raj 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No.: 810023205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111 , 810023205061, 810023205082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 Information Technology, VII Semester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College of Engineering (BIT Campus), Anna University, Tiruchirappalli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6675120" y="1828800"/>
            <a:ext cx="2286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IT3711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Summer Internship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Astonish InfoTech Pvt. Ltd.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Tiruchirappalli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Introduction &amp; Motivation</a:t>
            </a:r>
            <a:endParaRPr lang="en-US" sz="2800" dirty="0"/>
          </a:p>
        </p:txBody>
      </p:sp>
      <p:sp>
        <p:nvSpPr>
          <p:cNvPr id="3" name="App card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pp accent"/>
          <p:cNvSpPr/>
          <p:nvPr/>
        </p:nvSpPr>
        <p:spPr>
          <a:xfrm>
            <a:off x="457200" y="1097280"/>
            <a:ext cx="64008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p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Application</a:t>
            </a:r>
            <a:endParaRPr lang="en-US" sz="1400" dirty="0"/>
          </a:p>
        </p:txBody>
      </p:sp>
      <p:sp>
        <p:nvSpPr>
          <p:cNvPr id="6" name="App body"/>
          <p:cNvSpPr txBox="1"/>
          <p:nvPr/>
        </p:nvSpPr>
        <p:spPr>
          <a:xfrm>
            <a:off x="64008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Java desktop app that gives real-time weather for any city worldwide: current conditions, hourly forecast and multi-day predictions, built on the free Open-Meteo REST APIs (no API key needed).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UI uses Java Swing and AWT; data arrives as JSON over HTTP and is parsed with JSON-Simple.</a:t>
            </a:r>
            <a:endParaRPr lang="en-US" sz="1200" dirty="0"/>
          </a:p>
        </p:txBody>
      </p:sp>
      <p:sp>
        <p:nvSpPr>
          <p:cNvPr id="7" name="Why heading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It Was Built</a:t>
            </a:r>
            <a:endParaRPr lang="en-US" sz="1600" dirty="0"/>
          </a:p>
        </p:txBody>
      </p:sp>
      <p:sp>
        <p:nvSpPr>
          <p:cNvPr id="8" name="Why list"/>
          <p:cNvSpPr txBox="1"/>
          <p:nvPr/>
        </p:nvSpPr>
        <p:spPr>
          <a:xfrm>
            <a:off x="4754880" y="150876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People check several sites and apps for weather, which is slow and inconsistent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Many services need paid subscriptions or show ads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 apps lack charts and city-to-city comparison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single desktop dashboard gives consistent, fast access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Supports decisions on travel, agriculture and outdoor plans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Company Profile: Astonish InfoTech</a:t>
            </a:r>
            <a:endParaRPr lang="en-US" sz="2800" dirty="0"/>
          </a:p>
        </p:txBody>
      </p:sp>
      <p:sp>
        <p:nvSpPr>
          <p:cNvPr id="3" name="About card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bout accent"/>
          <p:cNvSpPr/>
          <p:nvPr/>
        </p:nvSpPr>
        <p:spPr>
          <a:xfrm>
            <a:off x="457200" y="1097280"/>
            <a:ext cx="64008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bout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About</a:t>
            </a:r>
            <a:endParaRPr lang="en-US" sz="1400" dirty="0"/>
          </a:p>
        </p:txBody>
      </p:sp>
      <p:sp>
        <p:nvSpPr>
          <p:cNvPr id="6" name="About body"/>
          <p:cNvSpPr txBox="1"/>
          <p:nvPr/>
        </p:nvSpPr>
        <p:spPr>
          <a:xfrm>
            <a:off x="640080" y="153619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 services company in Tiruchirappalli (BUTP, Bharathidasan University campus), established 25 February 2010. Software, web and mobile development, training.</a:t>
            </a:r>
            <a:endParaRPr lang="en-US" sz="1200" dirty="0"/>
          </a:p>
        </p:txBody>
      </p:sp>
      <p:sp>
        <p:nvSpPr>
          <p:cNvPr id="7" name="Role card"/>
          <p:cNvSpPr/>
          <p:nvPr/>
        </p:nvSpPr>
        <p:spPr>
          <a:xfrm>
            <a:off x="457200" y="2743200"/>
            <a:ext cx="402336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ole accent"/>
          <p:cNvSpPr/>
          <p:nvPr/>
        </p:nvSpPr>
        <p:spPr>
          <a:xfrm>
            <a:off x="457200" y="2743200"/>
            <a:ext cx="64008" cy="1783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Role title"/>
          <p:cNvSpPr txBox="1"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My Internship Role</a:t>
            </a:r>
            <a:endParaRPr lang="en-US" sz="1400" dirty="0"/>
          </a:p>
        </p:txBody>
      </p:sp>
      <p:sp>
        <p:nvSpPr>
          <p:cNvPr id="10" name="Role body"/>
          <p:cNvSpPr txBox="1"/>
          <p:nvPr/>
        </p:nvSpPr>
        <p:spPr>
          <a:xfrm>
            <a:off x="640080" y="318211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Built the Interactive Weather Information &amp; Forecasting Application: Swing GUI, Open-Meteo REST integration, JSON parsing, charting and comparison features.</a:t>
            </a:r>
            <a:endParaRPr lang="en-US" sz="1200" dirty="0"/>
          </a:p>
        </p:txBody>
      </p:sp>
      <p:sp>
        <p:nvSpPr>
          <p:cNvPr id="11" name="Tech heading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Company Technologies &amp; Services</a:t>
            </a:r>
            <a:endParaRPr lang="en-US" sz="1600" dirty="0"/>
          </a:p>
        </p:txBody>
      </p:sp>
      <p:sp>
        <p:nvSpPr>
          <p:cNvPr id="12" name="Tech list"/>
          <p:cNvSpPr txBox="1"/>
          <p:nvPr/>
        </p:nvSpPr>
        <p:spPr>
          <a:xfrm>
            <a:off x="4754880" y="150876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Java, Spring Boot, JavaScript, HTML5, CSS3, Bootstrap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MySQL and RESTful web services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Eclipse, IntelliJ IDEA, VS Code; Maven; Git and GitHub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Web, mobile and database solutions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Industrial training and internships for engineering students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Existing vs Proposed System</a:t>
            </a:r>
            <a:endParaRPr lang="en-US" sz="2800" dirty="0"/>
          </a:p>
        </p:txBody>
      </p:sp>
      <p:sp>
        <p:nvSpPr>
          <p:cNvPr id="3" name="Existing card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xisting accent"/>
          <p:cNvSpPr/>
          <p:nvPr/>
        </p:nvSpPr>
        <p:spPr>
          <a:xfrm>
            <a:off x="457200" y="1097280"/>
            <a:ext cx="64008" cy="3429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Existing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Existing Approach</a:t>
            </a:r>
            <a:endParaRPr lang="en-US" sz="1400" dirty="0"/>
          </a:p>
        </p:txBody>
      </p:sp>
      <p:sp>
        <p:nvSpPr>
          <p:cNvPr id="6" name="Existing body"/>
          <p:cNvSpPr txBox="1"/>
          <p:nvPr/>
        </p:nvSpPr>
        <p:spPr>
          <a:xfrm>
            <a:off x="64008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Existing list"/>
          <p:cNvSpPr txBox="1"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Multiple websites and apps needed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Some data not updated frequently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Paid subscriptions for advanced forecasts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Text-only data, no trend charts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 multi-city comparison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Inconsistent layouts across platforms</a:t>
            </a:r>
            <a:endParaRPr lang="en-US" sz="1250" dirty="0"/>
          </a:p>
        </p:txBody>
      </p:sp>
      <p:sp>
        <p:nvSpPr>
          <p:cNvPr id="8" name="Proposed card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posed accent"/>
          <p:cNvSpPr/>
          <p:nvPr/>
        </p:nvSpPr>
        <p:spPr>
          <a:xfrm>
            <a:off x="4663440" y="1097280"/>
            <a:ext cx="64008" cy="3429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roposed title"/>
          <p:cNvSpPr txBox="1"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Proposed Application</a:t>
            </a:r>
            <a:endParaRPr lang="en-US" sz="1400" dirty="0"/>
          </a:p>
        </p:txBody>
      </p:sp>
      <p:sp>
        <p:nvSpPr>
          <p:cNvPr id="11" name="Proposed body"/>
          <p:cNvSpPr txBox="1"/>
          <p:nvPr/>
        </p:nvSpPr>
        <p:spPr>
          <a:xfrm>
            <a:off x="484632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Proposed list"/>
          <p:cNvSpPr txBox="1"/>
          <p:nvPr/>
        </p:nvSpPr>
        <p:spPr>
          <a:xfrm>
            <a:off x="48920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One dashboard: current, hourly and daily weather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Live data from free Open-Meteo REST APIs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Temperature trend chart (Java 2D)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Dual-city comparison side by side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Instant °C / °F switching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Graceful handling of errors and bad input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Presentation"/>
          <p:cNvSpPr/>
          <p:nvPr/>
        </p:nvSpPr>
        <p:spPr>
          <a:xfrm>
            <a:off x="457200" y="1280160"/>
            <a:ext cx="1920240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resentation text"/>
          <p:cNvSpPr txBox="1"/>
          <p:nvPr/>
        </p:nvSpPr>
        <p:spPr>
          <a:xfrm>
            <a:off x="548640" y="1280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Presentation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Java Swing &amp; AWT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Dashboard, Compare</a:t>
            </a:r>
            <a:endParaRPr lang="en-US" sz="1300" dirty="0"/>
          </a:p>
        </p:txBody>
      </p:sp>
      <p:sp>
        <p:nvSpPr>
          <p:cNvPr id="5" name="Logic"/>
          <p:cNvSpPr/>
          <p:nvPr/>
        </p:nvSpPr>
        <p:spPr>
          <a:xfrm>
            <a:off x="2834640" y="1280160"/>
            <a:ext cx="19202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ogic text"/>
          <p:cNvSpPr txBox="1"/>
          <p:nvPr/>
        </p:nvSpPr>
        <p:spPr>
          <a:xfrm>
            <a:off x="2926080" y="1280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Application Logic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Validation, unit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conversion, JSON parsing</a:t>
            </a:r>
            <a:endParaRPr lang="en-US" sz="1300" dirty="0"/>
          </a:p>
        </p:txBody>
      </p:sp>
      <p:sp>
        <p:nvSpPr>
          <p:cNvPr id="7" name="Integration"/>
          <p:cNvSpPr/>
          <p:nvPr/>
        </p:nvSpPr>
        <p:spPr>
          <a:xfrm>
            <a:off x="5212080" y="1280160"/>
            <a:ext cx="1828800" cy="13716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Integration text"/>
          <p:cNvSpPr txBox="1"/>
          <p:nvPr/>
        </p:nvSpPr>
        <p:spPr>
          <a:xfrm>
            <a:off x="5303520" y="12801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Integration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HttpURLConnection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GET requests</a:t>
            </a:r>
            <a:endParaRPr lang="en-US" sz="1300" dirty="0"/>
          </a:p>
        </p:txBody>
      </p:sp>
      <p:sp>
        <p:nvSpPr>
          <p:cNvPr id="9" name="External"/>
          <p:cNvSpPr/>
          <p:nvPr/>
        </p:nvSpPr>
        <p:spPr>
          <a:xfrm>
            <a:off x="7406640" y="1280160"/>
            <a:ext cx="1280160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External text"/>
          <p:cNvSpPr txBox="1"/>
          <p:nvPr/>
        </p:nvSpPr>
        <p:spPr>
          <a:xfrm>
            <a:off x="7498080" y="12801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Open-Meteo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Geocoding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+ Forecast</a:t>
            </a:r>
            <a:endParaRPr lang="en-US" sz="1300" dirty="0"/>
          </a:p>
        </p:txBody>
      </p:sp>
      <p:sp>
        <p:nvSpPr>
          <p:cNvPr id="11" name="Arrow 1"/>
          <p:cNvSpPr/>
          <p:nvPr/>
        </p:nvSpPr>
        <p:spPr>
          <a:xfrm>
            <a:off x="2377440" y="196596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2" name="Arrow 2"/>
          <p:cNvSpPr/>
          <p:nvPr/>
        </p:nvSpPr>
        <p:spPr>
          <a:xfrm>
            <a:off x="4754880" y="196596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3" name="Arrow 3"/>
          <p:cNvSpPr/>
          <p:nvPr/>
        </p:nvSpPr>
        <p:spPr>
          <a:xfrm>
            <a:off x="7040880" y="196596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4" name="Architecture note"/>
          <p:cNvSpPr txBox="1"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Layered design keeps the interface, the processing and the data retrieval separate. This makes the code easier to maintain and extend, and a failure in one layer does not crash the others.</a:t>
            </a:r>
            <a:endParaRPr lang="en-US" sz="1300" dirty="0"/>
          </a:p>
        </p:txBody>
      </p:sp>
      <p:sp>
        <p:nvSpPr>
          <p:cNvPr id="15" name="File 1 card"/>
          <p:cNvSpPr/>
          <p:nvPr/>
        </p:nvSpPr>
        <p:spPr>
          <a:xfrm>
            <a:off x="457200" y="3794760"/>
            <a:ext cx="265176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ile 1 accent"/>
          <p:cNvSpPr/>
          <p:nvPr/>
        </p:nvSpPr>
        <p:spPr>
          <a:xfrm>
            <a:off x="457200" y="379476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ile 1 title"/>
          <p:cNvSpPr txBox="1"/>
          <p:nvPr/>
        </p:nvSpPr>
        <p:spPr>
          <a:xfrm>
            <a:off x="6400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File 1 body"/>
          <p:cNvSpPr txBox="1"/>
          <p:nvPr/>
        </p:nvSpPr>
        <p:spPr>
          <a:xfrm>
            <a:off x="640080" y="4233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AppLauncher.java: entry point, starts GUI on the Swing EDT</a:t>
            </a:r>
            <a:endParaRPr lang="en-US" sz="1200" dirty="0"/>
          </a:p>
        </p:txBody>
      </p:sp>
      <p:sp>
        <p:nvSpPr>
          <p:cNvPr id="19" name="File 2 card"/>
          <p:cNvSpPr/>
          <p:nvPr/>
        </p:nvSpPr>
        <p:spPr>
          <a:xfrm>
            <a:off x="3291840" y="3794760"/>
            <a:ext cx="265176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ile 2 accent"/>
          <p:cNvSpPr/>
          <p:nvPr/>
        </p:nvSpPr>
        <p:spPr>
          <a:xfrm>
            <a:off x="3291840" y="3794760"/>
            <a:ext cx="64008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File 2 title"/>
          <p:cNvSpPr txBox="1"/>
          <p:nvPr/>
        </p:nvSpPr>
        <p:spPr>
          <a:xfrm>
            <a:off x="347472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File 2 body"/>
          <p:cNvSpPr txBox="1"/>
          <p:nvPr/>
        </p:nvSpPr>
        <p:spPr>
          <a:xfrm>
            <a:off x="3474720" y="4233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WeatherApp.java: logic and API calls</a:t>
            </a:r>
            <a:endParaRPr lang="en-US" sz="1200" dirty="0"/>
          </a:p>
        </p:txBody>
      </p:sp>
      <p:sp>
        <p:nvSpPr>
          <p:cNvPr id="23" name="File 3 card"/>
          <p:cNvSpPr/>
          <p:nvPr/>
        </p:nvSpPr>
        <p:spPr>
          <a:xfrm>
            <a:off x="6126480" y="3794760"/>
            <a:ext cx="265176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ile 3 accent"/>
          <p:cNvSpPr/>
          <p:nvPr/>
        </p:nvSpPr>
        <p:spPr>
          <a:xfrm>
            <a:off x="6126480" y="3794760"/>
            <a:ext cx="64008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ile 3 title"/>
          <p:cNvSpPr txBox="1"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6" name="File 3 body"/>
          <p:cNvSpPr txBox="1"/>
          <p:nvPr/>
        </p:nvSpPr>
        <p:spPr>
          <a:xfrm>
            <a:off x="6309360" y="4233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WeatherAppGui.java: all UI components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Feature 1 card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1 accent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eature 1 title"/>
          <p:cNvSpPr txBox="1"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City Search</a:t>
            </a:r>
            <a:endParaRPr lang="en-US" sz="1400" dirty="0"/>
          </a:p>
        </p:txBody>
      </p:sp>
      <p:sp>
        <p:nvSpPr>
          <p:cNvPr id="6" name="Feature 1 body"/>
          <p:cNvSpPr txBox="1"/>
          <p:nvPr/>
        </p:nvSpPr>
        <p:spPr>
          <a:xfrm>
            <a:off x="64008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Any city worldwide, via the Geocoding API with input validation.</a:t>
            </a:r>
            <a:endParaRPr lang="en-US" sz="1200" dirty="0"/>
          </a:p>
        </p:txBody>
      </p:sp>
      <p:sp>
        <p:nvSpPr>
          <p:cNvPr id="7" name="Feature 2 card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eature 2 accent"/>
          <p:cNvSpPr/>
          <p:nvPr/>
        </p:nvSpPr>
        <p:spPr>
          <a:xfrm>
            <a:off x="3291840" y="1097280"/>
            <a:ext cx="64008" cy="1645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eature 2 title"/>
          <p:cNvSpPr txBox="1"/>
          <p:nvPr/>
        </p:nvSpPr>
        <p:spPr>
          <a:xfrm>
            <a:off x="34747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Current Weather</a:t>
            </a:r>
            <a:endParaRPr lang="en-US" sz="1400" dirty="0"/>
          </a:p>
        </p:txBody>
      </p:sp>
      <p:sp>
        <p:nvSpPr>
          <p:cNvPr id="10" name="Feature 2 body"/>
          <p:cNvSpPr txBox="1"/>
          <p:nvPr/>
        </p:nvSpPr>
        <p:spPr>
          <a:xfrm>
            <a:off x="347472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Temperature, humidity, wind speed, pressure and condition.</a:t>
            </a:r>
            <a:endParaRPr lang="en-US" sz="1200" dirty="0"/>
          </a:p>
        </p:txBody>
      </p:sp>
      <p:sp>
        <p:nvSpPr>
          <p:cNvPr id="11" name="Feature 3 card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eature 3 accent"/>
          <p:cNvSpPr/>
          <p:nvPr/>
        </p:nvSpPr>
        <p:spPr>
          <a:xfrm>
            <a:off x="6126480" y="1097280"/>
            <a:ext cx="64008" cy="1645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Feature 3 title"/>
          <p:cNvSpPr txBox="1"/>
          <p:nvPr/>
        </p:nvSpPr>
        <p:spPr>
          <a:xfrm>
            <a:off x="6309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Hourly &amp; Daily Forecast</a:t>
            </a:r>
            <a:endParaRPr lang="en-US" sz="1400" dirty="0"/>
          </a:p>
        </p:txBody>
      </p:sp>
      <p:sp>
        <p:nvSpPr>
          <p:cNvPr id="14" name="Feature 3 body"/>
          <p:cNvSpPr txBox="1"/>
          <p:nvPr/>
        </p:nvSpPr>
        <p:spPr>
          <a:xfrm>
            <a:off x="630936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Upcoming hours and several days with temperatures and icons.</a:t>
            </a:r>
            <a:endParaRPr lang="en-US" sz="1200" dirty="0"/>
          </a:p>
        </p:txBody>
      </p:sp>
      <p:sp>
        <p:nvSpPr>
          <p:cNvPr id="15" name="Feature 4 card"/>
          <p:cNvSpPr/>
          <p:nvPr/>
        </p:nvSpPr>
        <p:spPr>
          <a:xfrm>
            <a:off x="457200" y="288036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eature 4 accent"/>
          <p:cNvSpPr/>
          <p:nvPr/>
        </p:nvSpPr>
        <p:spPr>
          <a:xfrm>
            <a:off x="457200" y="2880360"/>
            <a:ext cx="64008" cy="1645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Feature 4 title"/>
          <p:cNvSpPr txBox="1"/>
          <p:nvPr/>
        </p:nvSpPr>
        <p:spPr>
          <a:xfrm>
            <a:off x="64008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Temperature Trend Chart</a:t>
            </a:r>
            <a:endParaRPr lang="en-US" sz="1400" dirty="0"/>
          </a:p>
        </p:txBody>
      </p:sp>
      <p:sp>
        <p:nvSpPr>
          <p:cNvPr id="18" name="Feature 4 body"/>
          <p:cNvSpPr txBox="1"/>
          <p:nvPr/>
        </p:nvSpPr>
        <p:spPr>
          <a:xfrm>
            <a:off x="640080" y="331927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 12-hour line chart drawn with Java 2D Graphics.</a:t>
            </a:r>
            <a:endParaRPr lang="en-US" sz="1200" dirty="0"/>
          </a:p>
        </p:txBody>
      </p:sp>
      <p:sp>
        <p:nvSpPr>
          <p:cNvPr id="19" name="Feature 5 card"/>
          <p:cNvSpPr/>
          <p:nvPr/>
        </p:nvSpPr>
        <p:spPr>
          <a:xfrm>
            <a:off x="3291840" y="288036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eature 5 accent"/>
          <p:cNvSpPr/>
          <p:nvPr/>
        </p:nvSpPr>
        <p:spPr>
          <a:xfrm>
            <a:off x="3291840" y="2880360"/>
            <a:ext cx="64008" cy="1645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Feature 5 title"/>
          <p:cNvSpPr txBox="1"/>
          <p:nvPr/>
        </p:nvSpPr>
        <p:spPr>
          <a:xfrm>
            <a:off x="347472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Dual-City Comparison</a:t>
            </a:r>
            <a:endParaRPr lang="en-US" sz="1400" dirty="0"/>
          </a:p>
        </p:txBody>
      </p:sp>
      <p:sp>
        <p:nvSpPr>
          <p:cNvPr id="22" name="Feature 5 body"/>
          <p:cNvSpPr txBox="1"/>
          <p:nvPr/>
        </p:nvSpPr>
        <p:spPr>
          <a:xfrm>
            <a:off x="3474720" y="331927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Two cities side by side, fetched independently.</a:t>
            </a:r>
            <a:endParaRPr lang="en-US" sz="1200" dirty="0"/>
          </a:p>
        </p:txBody>
      </p:sp>
      <p:sp>
        <p:nvSpPr>
          <p:cNvPr id="23" name="Feature 6 card"/>
          <p:cNvSpPr/>
          <p:nvPr/>
        </p:nvSpPr>
        <p:spPr>
          <a:xfrm>
            <a:off x="6126480" y="288036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eature 6 accent"/>
          <p:cNvSpPr/>
          <p:nvPr/>
        </p:nvSpPr>
        <p:spPr>
          <a:xfrm>
            <a:off x="6126480" y="2880360"/>
            <a:ext cx="64008" cy="1645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Feature 6 title"/>
          <p:cNvSpPr txBox="1"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°C / °F Conversion</a:t>
            </a:r>
            <a:endParaRPr lang="en-US" sz="1400" dirty="0"/>
          </a:p>
        </p:txBody>
      </p:sp>
      <p:sp>
        <p:nvSpPr>
          <p:cNvPr id="26" name="Feature 6 body"/>
          <p:cNvSpPr txBox="1"/>
          <p:nvPr/>
        </p:nvSpPr>
        <p:spPr>
          <a:xfrm>
            <a:off x="6309360" y="331927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Switch units instantly with no new API request.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Workflow: From City Name to Forecast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118872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label 1"/>
          <p:cNvSpPr txBox="1"/>
          <p:nvPr/>
        </p:nvSpPr>
        <p:spPr>
          <a:xfrm>
            <a:off x="50292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Enter city</a:t>
            </a:r>
            <a:endParaRPr lang="en-US" sz="1200" dirty="0"/>
          </a:p>
        </p:txBody>
      </p:sp>
      <p:sp>
        <p:nvSpPr>
          <p:cNvPr id="5" name="Step arrow 1"/>
          <p:cNvSpPr/>
          <p:nvPr/>
        </p:nvSpPr>
        <p:spPr>
          <a:xfrm>
            <a:off x="1664208" y="17145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tep 2"/>
          <p:cNvSpPr/>
          <p:nvPr/>
        </p:nvSpPr>
        <p:spPr>
          <a:xfrm>
            <a:off x="1874520" y="1280160"/>
            <a:ext cx="118872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label 2"/>
          <p:cNvSpPr txBox="1"/>
          <p:nvPr/>
        </p:nvSpPr>
        <p:spPr>
          <a:xfrm>
            <a:off x="192024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Validate input</a:t>
            </a:r>
            <a:endParaRPr lang="en-US" sz="1200" dirty="0"/>
          </a:p>
        </p:txBody>
      </p:sp>
      <p:sp>
        <p:nvSpPr>
          <p:cNvPr id="8" name="Step arrow 2"/>
          <p:cNvSpPr/>
          <p:nvPr/>
        </p:nvSpPr>
        <p:spPr>
          <a:xfrm>
            <a:off x="3081528" y="17145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tep 3"/>
          <p:cNvSpPr/>
          <p:nvPr/>
        </p:nvSpPr>
        <p:spPr>
          <a:xfrm>
            <a:off x="3291840" y="1280160"/>
            <a:ext cx="118872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label 3"/>
          <p:cNvSpPr txBox="1"/>
          <p:nvPr/>
        </p:nvSpPr>
        <p:spPr>
          <a:xfrm>
            <a:off x="333756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Geocoding API</a:t>
            </a:r>
            <a:endParaRPr lang="en-US" sz="1200" dirty="0"/>
          </a:p>
        </p:txBody>
      </p:sp>
      <p:sp>
        <p:nvSpPr>
          <p:cNvPr id="11" name="Step arrow 3"/>
          <p:cNvSpPr/>
          <p:nvPr/>
        </p:nvSpPr>
        <p:spPr>
          <a:xfrm>
            <a:off x="4498848" y="17145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tep 4"/>
          <p:cNvSpPr/>
          <p:nvPr/>
        </p:nvSpPr>
        <p:spPr>
          <a:xfrm>
            <a:off x="4709160" y="1280160"/>
            <a:ext cx="118872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tep label 4"/>
          <p:cNvSpPr txBox="1"/>
          <p:nvPr/>
        </p:nvSpPr>
        <p:spPr>
          <a:xfrm>
            <a:off x="475488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Latitude / longitude</a:t>
            </a:r>
            <a:endParaRPr lang="en-US" sz="1200" dirty="0"/>
          </a:p>
        </p:txBody>
      </p:sp>
      <p:sp>
        <p:nvSpPr>
          <p:cNvPr id="14" name="Step arrow 4"/>
          <p:cNvSpPr/>
          <p:nvPr/>
        </p:nvSpPr>
        <p:spPr>
          <a:xfrm>
            <a:off x="5916168" y="17145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tep 5"/>
          <p:cNvSpPr/>
          <p:nvPr/>
        </p:nvSpPr>
        <p:spPr>
          <a:xfrm>
            <a:off x="6126480" y="1280160"/>
            <a:ext cx="118872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 label 5"/>
          <p:cNvSpPr txBox="1"/>
          <p:nvPr/>
        </p:nvSpPr>
        <p:spPr>
          <a:xfrm>
            <a:off x="617220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Forecast API</a:t>
            </a:r>
            <a:endParaRPr lang="en-US" sz="1200" dirty="0"/>
          </a:p>
        </p:txBody>
      </p:sp>
      <p:sp>
        <p:nvSpPr>
          <p:cNvPr id="17" name="Step arrow 5"/>
          <p:cNvSpPr/>
          <p:nvPr/>
        </p:nvSpPr>
        <p:spPr>
          <a:xfrm>
            <a:off x="7333488" y="17145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tep 6"/>
          <p:cNvSpPr/>
          <p:nvPr/>
        </p:nvSpPr>
        <p:spPr>
          <a:xfrm>
            <a:off x="7543800" y="1280160"/>
            <a:ext cx="118872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ep label 6"/>
          <p:cNvSpPr txBox="1"/>
          <p:nvPr/>
        </p:nvSpPr>
        <p:spPr>
          <a:xfrm>
            <a:off x="758952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Parse JSON &amp; display</a:t>
            </a:r>
            <a:endParaRPr lang="en-US" sz="1200" dirty="0"/>
          </a:p>
        </p:txBody>
      </p:sp>
      <p:sp>
        <p:nvSpPr>
          <p:cNvPr id="20" name="Compare card"/>
          <p:cNvSpPr/>
          <p:nvPr/>
        </p:nvSpPr>
        <p:spPr>
          <a:xfrm>
            <a:off x="457200" y="2514600"/>
            <a:ext cx="26517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ompare accent"/>
          <p:cNvSpPr/>
          <p:nvPr/>
        </p:nvSpPr>
        <p:spPr>
          <a:xfrm>
            <a:off x="457200" y="2514600"/>
            <a:ext cx="64008" cy="2011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Compare title"/>
          <p:cNvSpPr txBox="1"/>
          <p:nvPr/>
        </p:nvSpPr>
        <p:spPr>
          <a:xfrm>
            <a:off x="6400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Comparison Flow</a:t>
            </a:r>
            <a:endParaRPr lang="en-US" sz="1400" dirty="0"/>
          </a:p>
        </p:txBody>
      </p:sp>
      <p:sp>
        <p:nvSpPr>
          <p:cNvPr id="23" name="Compare body"/>
          <p:cNvSpPr txBox="1"/>
          <p:nvPr/>
        </p:nvSpPr>
        <p:spPr>
          <a:xfrm>
            <a:off x="640080" y="295351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Coordinates are fetched for both cities, weather is requested separately, and the parameters are shown side by side.</a:t>
            </a:r>
            <a:endParaRPr lang="en-US" sz="1200" dirty="0"/>
          </a:p>
        </p:txBody>
      </p:sp>
      <p:sp>
        <p:nvSpPr>
          <p:cNvPr id="24" name="Units card"/>
          <p:cNvSpPr/>
          <p:nvPr/>
        </p:nvSpPr>
        <p:spPr>
          <a:xfrm>
            <a:off x="3246120" y="2514600"/>
            <a:ext cx="26517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Units accent"/>
          <p:cNvSpPr/>
          <p:nvPr/>
        </p:nvSpPr>
        <p:spPr>
          <a:xfrm>
            <a:off x="3246120" y="2514600"/>
            <a:ext cx="64008" cy="20116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Units title"/>
          <p:cNvSpPr txBox="1"/>
          <p:nvPr/>
        </p:nvSpPr>
        <p:spPr>
          <a:xfrm>
            <a:off x="34290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Unit Conversion</a:t>
            </a:r>
            <a:endParaRPr lang="en-US" sz="1400" dirty="0"/>
          </a:p>
        </p:txBody>
      </p:sp>
      <p:sp>
        <p:nvSpPr>
          <p:cNvPr id="27" name="Units body"/>
          <p:cNvSpPr txBox="1"/>
          <p:nvPr/>
        </p:nvSpPr>
        <p:spPr>
          <a:xfrm>
            <a:off x="3429000" y="295351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selected unit (°C or °F) is detected and all displayed temperatures are converted immediately from stored data.</a:t>
            </a:r>
            <a:endParaRPr lang="en-US" sz="1200" dirty="0"/>
          </a:p>
        </p:txBody>
      </p:sp>
      <p:sp>
        <p:nvSpPr>
          <p:cNvPr id="28" name="Errors card"/>
          <p:cNvSpPr/>
          <p:nvPr/>
        </p:nvSpPr>
        <p:spPr>
          <a:xfrm>
            <a:off x="6035040" y="2514600"/>
            <a:ext cx="26517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Errors accent"/>
          <p:cNvSpPr/>
          <p:nvPr/>
        </p:nvSpPr>
        <p:spPr>
          <a:xfrm>
            <a:off x="6035040" y="2514600"/>
            <a:ext cx="64008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rrors title"/>
          <p:cNvSpPr txBox="1"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 Handling</a:t>
            </a:r>
            <a:endParaRPr lang="en-US" sz="1400" dirty="0"/>
          </a:p>
        </p:txBody>
      </p:sp>
      <p:sp>
        <p:nvSpPr>
          <p:cNvPr id="31" name="Errors body"/>
          <p:cNvSpPr txBox="1"/>
          <p:nvPr/>
        </p:nvSpPr>
        <p:spPr>
          <a:xfrm>
            <a:off x="6217920" y="295351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Invalid city names, empty fields, network failures and API errors show clear messages without crashing the app.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Implementation Highlights</a:t>
            </a:r>
            <a:endParaRPr lang="en-US" sz="2800" dirty="0"/>
          </a:p>
        </p:txBody>
      </p:sp>
      <p:sp>
        <p:nvSpPr>
          <p:cNvPr id="3" name="Stack card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ck accent"/>
          <p:cNvSpPr/>
          <p:nvPr/>
        </p:nvSpPr>
        <p:spPr>
          <a:xfrm>
            <a:off x="457200" y="1097280"/>
            <a:ext cx="64008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ack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6" name="Stack body"/>
          <p:cNvSpPr txBox="1"/>
          <p:nvPr/>
        </p:nvSpPr>
        <p:spPr>
          <a:xfrm>
            <a:off x="64008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Stack list"/>
          <p:cNvSpPr txBox="1"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Language: Java (object-oriented design)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GUI: Java Swing and Java AWT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HTTP: HttpURLConnection, GET requests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Data: JSON-Simple parsing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Build: Apache Maven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IDEs: VS Code, NetBeans / IntelliJ IDEA</a:t>
            </a:r>
            <a:endParaRPr lang="en-US" sz="1250" dirty="0"/>
          </a:p>
        </p:txBody>
      </p:sp>
      <p:sp>
        <p:nvSpPr>
          <p:cNvPr id="8" name="Tech card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ch accent"/>
          <p:cNvSpPr/>
          <p:nvPr/>
        </p:nvSpPr>
        <p:spPr>
          <a:xfrm>
            <a:off x="4663440" y="1097280"/>
            <a:ext cx="64008" cy="3429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ch title"/>
          <p:cNvSpPr txBox="1"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Technical Highlights</a:t>
            </a:r>
            <a:endParaRPr lang="en-US" sz="1400" dirty="0"/>
          </a:p>
        </p:txBody>
      </p:sp>
      <p:sp>
        <p:nvSpPr>
          <p:cNvPr id="11" name="Tech body"/>
          <p:cNvSpPr txBox="1"/>
          <p:nvPr/>
        </p:nvSpPr>
        <p:spPr>
          <a:xfrm>
            <a:off x="484632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Tech list 2"/>
          <p:cNvSpPr txBox="1"/>
          <p:nvPr/>
        </p:nvSpPr>
        <p:spPr>
          <a:xfrm>
            <a:off x="48920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GUI launched safely on the Swing Event Dispatch Thread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WMO weather codes mapped to clear, cloudy, rain and snow icons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Hourly and daily arrays read from one forecast response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Trend chart drawn from scratch with Java 2D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Optimized API calls and parsing to cut response time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Sample Output &amp; Analysis</a:t>
            </a:r>
            <a:endParaRPr lang="en-US" sz="28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 km/h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 km/h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Tomorrow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25° / 33°C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28° / 36°C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Switching to °F converts 28.1°C to 82.6°F and 32.3°C to 90.1°F instantly.</a:t>
            </a:r>
            <a:endParaRPr lang="en-US" sz="1150" dirty="0"/>
          </a:p>
        </p:txBody>
      </p:sp>
      <p:sp>
        <p:nvSpPr>
          <p:cNvPr id="5" name="Analysis heading"/>
          <p:cNvSpPr txBox="1"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 Results</a:t>
            </a:r>
            <a:endParaRPr lang="en-US" sz="1600" dirty="0"/>
          </a:p>
        </p:txBody>
      </p:sp>
      <p:sp>
        <p:nvSpPr>
          <p:cNvPr id="6" name="Analysis list"/>
          <p:cNvSpPr txBox="1"/>
          <p:nvPr/>
        </p:nvSpPr>
        <p:spPr>
          <a:xfrm>
            <a:off x="484632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Functional: search, current weather, hourly and daily forecast, comparison and unit conversion all verified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Edge cases handled: invalid city, empty field, no network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Performance: lightweight REST calls give fast, smooth updates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Usability: simple Swing interface with icons and a trend chart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097280"/>
            <a:ext cx="4023360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lusion accent"/>
          <p:cNvSpPr/>
          <p:nvPr/>
        </p:nvSpPr>
        <p:spPr>
          <a:xfrm>
            <a:off x="457200" y="1097280"/>
            <a:ext cx="64008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clusion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Conclusion body"/>
          <p:cNvSpPr txBox="1"/>
          <p:nvPr/>
        </p:nvSpPr>
        <p:spPr>
          <a:xfrm>
            <a:off x="640080" y="153619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application shows how Java desktop technology and RESTful services combine into one fast, user-friendly weather tool. The internship built my skills in OOP, API integration, JSON processing, GUI design and testing.</a:t>
            </a:r>
            <a:endParaRPr lang="en-US" sz="1200" dirty="0"/>
          </a:p>
        </p:txBody>
      </p:sp>
      <p:sp>
        <p:nvSpPr>
          <p:cNvPr id="7" name="Future heading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8" name="Future list"/>
          <p:cNvSpPr txBox="1"/>
          <p:nvPr/>
        </p:nvSpPr>
        <p:spPr>
          <a:xfrm>
            <a:off x="4754880" y="150876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Local database for history and favorites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Weather alerts and notifications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GPS-based location detection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Offline data caching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Android / iOS mobile app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Weather maps, AI prediction, multilingual UI</a:t>
            </a:r>
            <a:endParaRPr lang="en-US" sz="1250" dirty="0"/>
          </a:p>
        </p:txBody>
      </p:sp>
      <p:sp>
        <p:nvSpPr>
          <p:cNvPr id="9" name="Thanks band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hanks text"/>
          <p:cNvSpPr txBox="1"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Questions are welcome  |  R Suganthan (810023205061)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atherGreen">
  <a:themeElements>
    <a:clrScheme name="WeatherGreen">
      <a:dk1>
        <a:srgbClr val="1C2B22"/>
      </a:dk1>
      <a:lt1>
        <a:srgbClr val="FFFFFF"/>
      </a:lt1>
      <a:dk2>
        <a:srgbClr val="14532D"/>
      </a:dk2>
      <a:lt2>
        <a:srgbClr val="EFF7F1"/>
      </a:lt2>
      <a:accent1>
        <a:srgbClr val="16A34A"/>
      </a:accent1>
      <a:accent2>
        <a:srgbClr val="F97316"/>
      </a:accent2>
      <a:accent3>
        <a:srgbClr val="0EA5E9"/>
      </a:accent3>
      <a:accent4>
        <a:srgbClr val="A855F7"/>
      </a:accent4>
      <a:accent5>
        <a:srgbClr val="E11D48"/>
      </a:accent5>
      <a:accent6>
        <a:srgbClr val="57534E"/>
      </a:accent6>
      <a:hlink>
        <a:srgbClr val="16A34A"/>
      </a:hlink>
      <a:folHlink>
        <a:srgbClr val="A855F7"/>
      </a:folHlink>
    </a:clrScheme>
    <a:fontScheme name="Weather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